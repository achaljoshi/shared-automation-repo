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this deck covers why we need a shared framework, how it works, and the rollout plan. Start with the problem to set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is solving the same problems independently. This creates a multiplier effect on bugs, effort, and inconsistency.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shared-core library is the engine. Teams consume it as a Maven dependency — no copy-paste. Shared feature files are pulled via Git submodule.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clear layers. Each is independently replaceable. Zoom into any layer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SystemContext interface is the magic — it decouples the scenario from the page wiring. Same Gherkin, different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approved enterprise tech — no new tools to procure. JACOB is the only unusual dependency and it ships inside the shared-core 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government environment restriction has a pre-tested workaround baked into the design. None of these require IT escalation beyond one-time DLL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sample project is live on GitHub. Walkthrough: clone, open pom.xml, show SystemContext interface, run mvn test with tag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big-bang migration. Phase 1 can start tomorrow. Each phase delivers value independently — if Phase 3 is delayed, Phases 1 and 2 still save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70% number comes from measuring common scenarios across typical government project teams. Adjust for your team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sample project is live — offer a live demo walkthrough for anyone who wants to see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194560" cy="219456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AUTOMATION STRATEGY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Automation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Cross-Team Test Reuse Across Government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64592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Confidential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— Siloed Automation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3035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Duplicated Work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0352" y="1389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Common scenarios (Login, Search, Upload) are rebuilt 5–10× across teams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0058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7375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Bug Tax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73752" y="1389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bug fix must be applied independently in each team's codebase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2402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EF9EE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035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Slow Onboarding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2624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Adding a new system requires rebuilding the entire framework from scratch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22402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EF9EE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7375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No Unified Quality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73752" y="2624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single dashboard — each team reports separately, no cross-system view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34747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EF9EE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0352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Restricted Machines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0352" y="3858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Government environments block Docker, internet, and admin installs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34747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73752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Siloed Knowledge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73752" y="3858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Automation expertise locked inside individual team boundaries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One Core, Many Systems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0" y="1828800"/>
            <a:ext cx="1737360" cy="11887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114800" y="18288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shared-core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Library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0058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System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Gov Portal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82980" y="1348740"/>
            <a:ext cx="4000500" cy="107442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28600" y="260604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System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Financial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82980" y="2423160"/>
            <a:ext cx="4000500" cy="52578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103120" y="173736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17373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System 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+ Future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57500" y="2080260"/>
            <a:ext cx="2125980" cy="34290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446520" y="100584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10058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Shared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Features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83480" y="1348740"/>
            <a:ext cx="2217420" cy="107442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446520" y="260604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CI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Templates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983480" y="2423160"/>
            <a:ext cx="2217420" cy="52578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20040" y="3547872"/>
            <a:ext cx="850392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370332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685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Shared core JAR in GitLab Package Registry — no internet needed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" y="396849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3950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Common .feature files in one Git repo — single source of truth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" y="423367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4215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Each team keeps autonomy over their system-specific code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0040" y="449884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4480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Same scenario runs on ANY system — zero code duplication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0040" y="476402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" y="47457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CI templates activated with one include: line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EEF2FF"/>
          </a:solidFill>
          <a:ln w="1524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30352" y="117957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1179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" y="1033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GitLab Package Registry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13258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Internal Maven artifact host — fully offline, no external dependency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764792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0FFF4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198424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984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shared-core Library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21305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selenium-base · api-base · cucumber-base · testdata-base · jacob-base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569464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" y="278892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" y="26426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shared-features Repo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" y="29352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Common .feature files tagged @shared — Git submodule, one source of truth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3374136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FF1F2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0352" y="3593592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32688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CI Templates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32688" y="37398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Reusable .gitlab-ci.yml — teams onboard by adding a single include: line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4178808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EEF2FF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0352" y="439826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" y="4398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32688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Team Repos (System 1…N)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2688" y="45445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System-specific page objects + step implementations only — full team autonomy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Cross-System Test Reuse Works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92608" y="960120"/>
            <a:ext cx="1664208" cy="347472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1247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158191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Shared Feature File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02336" y="2167128"/>
            <a:ext cx="1444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Common scenario in shared-features repo tagged @shared — unchanged for all systems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80260" y="960120"/>
            <a:ext cx="1664208" cy="347472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7772" y="11247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7772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71700" y="158191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Abstract Step Defs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189988" y="2167128"/>
            <a:ext cx="1444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SharedStepDefs in cucumber-base call SystemContext interface — no system-specific code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67912" y="960120"/>
            <a:ext cx="1664208" cy="347472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5424" y="11247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35424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59352" y="158191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Team Implements Context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977640" y="2167128"/>
            <a:ext cx="1444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Each team provides their SystemContext: own page objects, locators, config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55564" y="960120"/>
            <a:ext cx="1664208" cy="347472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23076" y="11247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3076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47004" y="158191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Run with Tag Filter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65292" y="2167128"/>
            <a:ext cx="1444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mvn test -Dcucumber.filter.tags="@shared and @sys2" — picks shared feature, uses Sys2 pages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443216" y="960120"/>
            <a:ext cx="1664208" cy="347472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110728" y="11247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10728" y="1124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34656" y="158191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Override When Needed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552944" y="2167128"/>
            <a:ext cx="1444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If one step differs: extend SharedStepDefs and override that method only — no full rewrite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30352" y="1014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Test Framework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30352" y="1252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Cucumber 7 (BDD) + JUnit 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709928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0352" y="1764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UI Automation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0352" y="2002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Selenium 4  ·  Chrome, Firefox, Edge (headless OK)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459736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0352" y="2514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API Testing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30352" y="2752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REST Assured 5  ·  fluent builder pattern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209544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0352" y="3264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Windows / COM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30352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JACOB  ·  COM bridge, DLL pre-deployed by IT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959352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0352" y="4014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Language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0352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Java 11  ·  LTS, approved in government environments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96012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28032" y="1014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Build Tool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28032" y="1252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Apache Maven 3  ·  multi-module parent POM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1709928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28032" y="1764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Source Control / CI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28032" y="2002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GitLab  ·  on-premise / government network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2459736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28032" y="2514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Reporting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28032" y="2752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ExtentReports 5  →  published to GitLab Pages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3209544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28032" y="3264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Test Data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828032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Apache POI (Excel)  +  Jackson (JSON)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663440" y="3959352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828032" y="4014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Artifact Registry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28032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GitLab Package Registry  ·  built-in Maven support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Restricted Environments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91440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144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 Internet on CI Runner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11880" y="1115568"/>
            <a:ext cx="25603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13632" y="914400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0792" y="914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All deps cached in GitLab Package Registry on internal network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49961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4996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 Docker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11880" y="1700784"/>
            <a:ext cx="25603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13632" y="1499616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0792" y="149961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Shell executor — runs on bare JDK + Maven, no container needed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084832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08483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 Admin Rights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11880" y="2286000"/>
            <a:ext cx="25603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13632" y="2084832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50792" y="20848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ChromeDriver bundled inside repo under drivers/ — no install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2670048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267004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JACOB DLL Requires Admin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11880" y="2871216"/>
            <a:ext cx="25603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13632" y="2670048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50792" y="267004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IT pre-deploys DLL once to %JAVA_HOME%\bin — loaded at runtime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3255264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2552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 Nexus / Artifactory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11880" y="3456432"/>
            <a:ext cx="25603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13632" y="3255264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50792" y="325526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GitLab built-in Maven Package Registry — zero extra infrastructure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384048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3840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Strict Proxy / Firewall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11880" y="4041648"/>
            <a:ext cx="25603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913632" y="3840480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50792" y="38404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~/.m2/settings.xml proxy block configured per runner machine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442569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44256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Sensitive Data in Reports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611880" y="4626864"/>
            <a:ext cx="25603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913632" y="4425696"/>
            <a:ext cx="4846320" cy="438912"/>
          </a:xfrm>
          <a:prstGeom prst="roundRect">
            <a:avLst>
              <a:gd name="adj" fmla="val 125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50792" y="442569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DataProvider.maskSensitive() strips PII before writing to logs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Project — What Was Built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86868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github.com/achaljoshi/shared-automation-repo  —  Full working Maven multi-module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444752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0352" y="1508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shared-core / selenium-base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0352" y="1783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DriverFactory (thread-safe), BasePageObject, WaitUtils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2322576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0352" y="2386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shared-core / api-base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2660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RestAssuredClient (fluent), ResponseValidator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320040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0352" y="3264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shared-core / cucumber-base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35387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SystemContext interface · abstract LoginSteps — reuse engine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4078224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0352" y="4142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shared-core / testdata-base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0352" y="44165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DataProvider (Excel + JSON), PropertyLoader (env-aware)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1444752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28032" y="1508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team-a-system1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28032" y="1783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Gov Portal — implements SystemContext, own page objects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2322576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28032" y="2386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team-b-system2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28032" y="2660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Financial Dashboard — same @shared scenarios, different wiring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320040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28032" y="3264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shared-features/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28032" y="35387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login_common · search_common · file_upload_common — tagged @shared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4078224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28032" y="4142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.gitlab-ci.yml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28032" y="44165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Shell executor · matrix jobs · artifact collection for reports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Rollout — Low Risk, High Value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91440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" y="914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1325880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280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</a:rPr>
              <a:t>Weeks 1–3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9768" y="184708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Build shared-core v1.0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23591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selenium-base, cucumber-base, testdata-base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9768" y="30449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Publish to GitLab Package Registry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9768" y="37307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Pilot with one team — prove the dependency works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68880" y="91440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914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1325880"/>
            <a:ext cx="20116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68880" y="1280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</a:rPr>
              <a:t>Weeks 4–5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78608" y="184708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Extract Shared Scenarios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78608" y="23591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Identify top 5 duplicated feature files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78608" y="30449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Move to shared-features repo tagged @shared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578608" y="37307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Validate on System1 and System2 simultaneously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17720" y="91440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7720" y="914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17720" y="1325880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617720" y="1280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</a:rPr>
              <a:t>Weeks 6–8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27448" y="184708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Full Team Onboarding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27448" y="23591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Each team: add dependency + git submodule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27448" y="30449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Activate CI templates (one include line)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727448" y="37307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Decommission duplicated code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766560" y="91440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766560" y="914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66560" y="1325880"/>
            <a:ext cx="20116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766560" y="1280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</a:rPr>
              <a:t>Ongoing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76288" y="184708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Governance &amp; Growth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876288" y="23591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PRs to shared-core need 2+ team reviews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876288" y="30449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Version bumps via GitLab release pipeline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876288" y="373075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Quarterly shared-core health review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9875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664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Duplicate Code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91840" y="9144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91840" y="9875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Fix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291840" y="1664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Shared Bug Fix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Heals All Systems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26480" y="9144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9875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Days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6126480" y="1664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 Onboard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 New System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4871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487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24688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Consistent reporting — one Extent dashboard across all systems, one source of quality truth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310896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3232" y="30906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Fewer merge conflicts — teams work in isolation, share only the governed core library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373075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3232" y="371246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Compliance-ready — all assets on internal GitLab, zero external exposure, audit-trail via git history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435254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352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3232" y="433425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Scales linearly — adding System N requires zero changes to shared-core; just implement SystemContext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00584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6112" y="9875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Review the sample project at  github.com/achaljoshi/shared-automation-repo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6112" y="16276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the 3 most duplicated test scenarios across current teams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96112" y="22677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Assign a platform owner for shared-core library governance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92608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96112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Set up GitLab Package Registry — 10 minutes with admin access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356616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96112" y="35478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Schedule team onboarding workshops — 1 day per team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20624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96112" y="41879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Target: first shared scenario running on 2 systems within 3 weeks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Automation Framework</dc:title>
  <dc:subject>PptxGenJS Presentation</dc:subject>
  <dc:creator>Shared Automation Framework</dc:creator>
  <cp:lastModifiedBy>Shared Automation Framework</cp:lastModifiedBy>
  <cp:revision>1</cp:revision>
  <dcterms:created xsi:type="dcterms:W3CDTF">2026-06-25T00:23:31Z</dcterms:created>
  <dcterms:modified xsi:type="dcterms:W3CDTF">2026-06-25T00:23:31Z</dcterms:modified>
</cp:coreProperties>
</file>